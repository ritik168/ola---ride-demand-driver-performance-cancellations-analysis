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6" r:id="rId9"/>
    <p:sldId id="267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9" d="100"/>
          <a:sy n="89" d="100"/>
        </p:scale>
        <p:origin x="-125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4723" y="1079292"/>
            <a:ext cx="7295972" cy="1470025"/>
          </a:xfrm>
        </p:spPr>
        <p:txBody>
          <a:bodyPr>
            <a:normAutofit/>
          </a:bodyPr>
          <a:lstStyle/>
          <a:p>
            <a:r>
              <a:rPr sz="3600" b="1" dirty="0"/>
              <a:t>OLA Ride </a:t>
            </a:r>
            <a:r>
              <a:rPr lang="en-US" sz="3600" b="1" dirty="0" err="1" smtClean="0"/>
              <a:t>Demand,Driver</a:t>
            </a:r>
            <a:r>
              <a:rPr lang="en-US" sz="3600" b="1" dirty="0" smtClean="0"/>
              <a:t> Demand &amp; Cancellations </a:t>
            </a:r>
            <a:r>
              <a:rPr sz="3600" b="1" dirty="0" smtClean="0"/>
              <a:t>Analysis </a:t>
            </a:r>
            <a:endParaRPr sz="36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341690" y="3255948"/>
            <a:ext cx="69990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</a:t>
            </a:r>
            <a:r>
              <a:rPr lang="en-IN" b="1" dirty="0"/>
              <a:t>Key Skills Used :- </a:t>
            </a:r>
            <a:r>
              <a:rPr lang="en-IN" b="1" dirty="0" err="1"/>
              <a:t>Python,EDA</a:t>
            </a:r>
            <a:r>
              <a:rPr lang="en-IN" b="1" dirty="0"/>
              <a:t> </a:t>
            </a:r>
            <a:r>
              <a:rPr lang="en-IN" b="1" dirty="0" err="1"/>
              <a:t>Analysis,Pandas,Numpy</a:t>
            </a:r>
            <a:r>
              <a:rPr lang="en-IN" b="1" dirty="0"/>
              <a:t>, </a:t>
            </a:r>
            <a:r>
              <a:rPr lang="en-IN" b="1" dirty="0" err="1"/>
              <a:t>Matplotlib,Seaborn.Data</a:t>
            </a:r>
            <a:r>
              <a:rPr lang="en-IN" b="1" dirty="0"/>
              <a:t> </a:t>
            </a:r>
            <a:r>
              <a:rPr lang="en-IN" b="1" dirty="0" err="1"/>
              <a:t>Cleaning,Data</a:t>
            </a:r>
            <a:r>
              <a:rPr lang="en-IN" b="1" dirty="0"/>
              <a:t> Visualizations </a:t>
            </a:r>
            <a:r>
              <a:rPr lang="en-IN" b="1" dirty="0" err="1"/>
              <a:t>Etc</a:t>
            </a:r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105" y="744657"/>
            <a:ext cx="8229600" cy="1143000"/>
          </a:xfrm>
        </p:spPr>
        <p:txBody>
          <a:bodyPr>
            <a:normAutofit/>
          </a:bodyPr>
          <a:lstStyle/>
          <a:p>
            <a:r>
              <a:rPr sz="3600" b="1" u="sng"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09502"/>
            <a:ext cx="8229600" cy="1818118"/>
          </a:xfrm>
        </p:spPr>
        <p:txBody>
          <a:bodyPr>
            <a:normAutofit/>
          </a:bodyPr>
          <a:lstStyle/>
          <a:p>
            <a:r>
              <a:rPr sz="2000" dirty="0"/>
              <a:t>This project analyzes Ola ride booking data using Python.</a:t>
            </a:r>
          </a:p>
          <a:p>
            <a:r>
              <a:rPr sz="2000" dirty="0"/>
              <a:t>The goal is to understand ride demand, cancellations, driver performance,</a:t>
            </a:r>
          </a:p>
          <a:p>
            <a:r>
              <a:rPr sz="2000" dirty="0"/>
              <a:t>and customer satisfaction to support better business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27565"/>
            <a:ext cx="8229600" cy="1143000"/>
          </a:xfrm>
        </p:spPr>
        <p:txBody>
          <a:bodyPr>
            <a:normAutofit/>
          </a:bodyPr>
          <a:lstStyle/>
          <a:p>
            <a:r>
              <a:rPr sz="3600" b="1" u="sng" dirty="0"/>
              <a:t>Business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12948"/>
            <a:ext cx="8229600" cy="2083037"/>
          </a:xfrm>
        </p:spPr>
        <p:txBody>
          <a:bodyPr>
            <a:normAutofit/>
          </a:bodyPr>
          <a:lstStyle/>
          <a:p>
            <a:r>
              <a:rPr sz="2000" dirty="0" smtClean="0"/>
              <a:t>High </a:t>
            </a:r>
            <a:r>
              <a:rPr sz="2000" dirty="0"/>
              <a:t>ride cancellations</a:t>
            </a:r>
          </a:p>
          <a:p>
            <a:r>
              <a:rPr sz="2000" dirty="0" smtClean="0"/>
              <a:t>Driver </a:t>
            </a:r>
            <a:r>
              <a:rPr sz="2000" dirty="0"/>
              <a:t>availability issues during peak hours</a:t>
            </a:r>
          </a:p>
          <a:p>
            <a:r>
              <a:rPr sz="2000" dirty="0" smtClean="0"/>
              <a:t>Low </a:t>
            </a:r>
            <a:r>
              <a:rPr sz="2000" dirty="0"/>
              <a:t>customer satisfaction in some rides</a:t>
            </a:r>
          </a:p>
          <a:p>
            <a:r>
              <a:rPr sz="2000" dirty="0" smtClean="0"/>
              <a:t>Revenue </a:t>
            </a:r>
            <a:r>
              <a:rPr sz="2000" dirty="0"/>
              <a:t>loss due to cancelled rides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46138"/>
            <a:ext cx="8229600" cy="1143000"/>
          </a:xfrm>
        </p:spPr>
        <p:txBody>
          <a:bodyPr>
            <a:normAutofit/>
          </a:bodyPr>
          <a:lstStyle/>
          <a:p>
            <a:r>
              <a:rPr sz="3600" b="1" u="sng" dirty="0"/>
              <a:t>Dataset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77626"/>
            <a:ext cx="8229600" cy="1954850"/>
          </a:xfrm>
        </p:spPr>
        <p:txBody>
          <a:bodyPr>
            <a:normAutofit/>
          </a:bodyPr>
          <a:lstStyle/>
          <a:p>
            <a:r>
              <a:rPr sz="2000" dirty="0" smtClean="0"/>
              <a:t>20,000 </a:t>
            </a:r>
            <a:r>
              <a:rPr sz="2000" dirty="0"/>
              <a:t>ride records</a:t>
            </a:r>
          </a:p>
          <a:p>
            <a:r>
              <a:rPr sz="2000" dirty="0" smtClean="0"/>
              <a:t>Multiple </a:t>
            </a:r>
            <a:r>
              <a:rPr sz="2000" dirty="0"/>
              <a:t>cities in India</a:t>
            </a:r>
          </a:p>
          <a:p>
            <a:r>
              <a:rPr sz="2000" dirty="0" smtClean="0"/>
              <a:t>Information </a:t>
            </a:r>
            <a:r>
              <a:rPr sz="2000" dirty="0"/>
              <a:t>about rides, drivers, fares, ratings, and cancellations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834" y="207340"/>
            <a:ext cx="8229600" cy="1143000"/>
          </a:xfrm>
        </p:spPr>
        <p:txBody>
          <a:bodyPr>
            <a:normAutofit/>
          </a:bodyPr>
          <a:lstStyle/>
          <a:p>
            <a:r>
              <a:rPr sz="3600" b="1" u="sng" dirty="0"/>
              <a:t>Ride Demand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39312"/>
            <a:ext cx="8229600" cy="1340621"/>
          </a:xfrm>
        </p:spPr>
        <p:txBody>
          <a:bodyPr>
            <a:normAutofit/>
          </a:bodyPr>
          <a:lstStyle/>
          <a:p>
            <a:r>
              <a:rPr sz="2000" dirty="0" smtClean="0"/>
              <a:t>Highest </a:t>
            </a:r>
            <a:r>
              <a:rPr sz="2000" dirty="0"/>
              <a:t>ride demand is seen during evening hours (6–9 PM)</a:t>
            </a:r>
          </a:p>
          <a:p>
            <a:r>
              <a:rPr sz="2000" dirty="0" smtClean="0"/>
              <a:t>Metro </a:t>
            </a:r>
            <a:r>
              <a:rPr sz="2000" dirty="0"/>
              <a:t>cities show more ride requests</a:t>
            </a:r>
          </a:p>
          <a:p>
            <a:r>
              <a:rPr sz="2000" dirty="0" smtClean="0"/>
              <a:t>Peak </a:t>
            </a:r>
            <a:r>
              <a:rPr sz="2000" dirty="0"/>
              <a:t>hours need more drivers on road</a:t>
            </a:r>
          </a:p>
        </p:txBody>
      </p:sp>
      <p:sp>
        <p:nvSpPr>
          <p:cNvPr id="4" name="Rectangle 3"/>
          <p:cNvSpPr/>
          <p:nvPr/>
        </p:nvSpPr>
        <p:spPr>
          <a:xfrm>
            <a:off x="2196270" y="3027621"/>
            <a:ext cx="547785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600" b="1" u="sng" dirty="0"/>
              <a:t>Cancellation Analysis</a:t>
            </a:r>
            <a:endParaRPr lang="en-IN" sz="36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88834" y="4275035"/>
            <a:ext cx="8229600" cy="11771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smtClean="0"/>
              <a:t>Around 15–20% rides get cancelled</a:t>
            </a:r>
          </a:p>
          <a:p>
            <a:r>
              <a:rPr lang="en-US" sz="2000" dirty="0" smtClean="0"/>
              <a:t>Major reasons: Driver delay and driver unavailability</a:t>
            </a:r>
          </a:p>
          <a:p>
            <a:r>
              <a:rPr lang="en-US" sz="2000" dirty="0" smtClean="0"/>
              <a:t>High cancellation leads to customer dissatisfaction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197" y="341832"/>
            <a:ext cx="8229600" cy="810886"/>
          </a:xfrm>
        </p:spPr>
        <p:txBody>
          <a:bodyPr>
            <a:normAutofit/>
          </a:bodyPr>
          <a:lstStyle/>
          <a:p>
            <a:r>
              <a:rPr lang="en-IN" sz="3600" b="1" u="sng" dirty="0"/>
              <a:t>Driver Performance Analysis</a:t>
            </a:r>
            <a:endParaRPr sz="3600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116" y="1420740"/>
            <a:ext cx="8229600" cy="1177182"/>
          </a:xfrm>
        </p:spPr>
        <p:txBody>
          <a:bodyPr>
            <a:normAutofit/>
          </a:bodyPr>
          <a:lstStyle/>
          <a:p>
            <a:r>
              <a:rPr lang="en-US" sz="2000" dirty="0"/>
              <a:t>Drivers with low ratings have higher cancellation rates</a:t>
            </a:r>
          </a:p>
          <a:p>
            <a:r>
              <a:rPr lang="en-US" sz="2000" dirty="0"/>
              <a:t>Good driver behavior improves ride completion</a:t>
            </a:r>
          </a:p>
          <a:p>
            <a:r>
              <a:rPr lang="en-US" sz="2000" dirty="0"/>
              <a:t>Driver training can reduce cancellations</a:t>
            </a:r>
          </a:p>
          <a:p>
            <a:endParaRPr sz="2000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363197" y="2973937"/>
            <a:ext cx="7054553" cy="9476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b="1" u="sng" dirty="0" smtClean="0"/>
              <a:t>Vehicle Type Insights</a:t>
            </a:r>
            <a:endParaRPr lang="en-IN" sz="3600" b="1" u="sng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4420313"/>
            <a:ext cx="8229600" cy="16472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smtClean="0"/>
              <a:t>Mini and Auto rides are most commonly booked</a:t>
            </a:r>
          </a:p>
          <a:p>
            <a:r>
              <a:rPr lang="en-US" sz="2000" dirty="0" smtClean="0"/>
              <a:t>Sedans generate higher fare but face more cancellations</a:t>
            </a:r>
          </a:p>
          <a:p>
            <a:r>
              <a:rPr lang="en-US" sz="2000" dirty="0" smtClean="0"/>
              <a:t>Bikes perform well for short-distance rides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u="sng" dirty="0"/>
              <a:t>Fare </a:t>
            </a:r>
            <a:r>
              <a:rPr sz="3600" b="1" u="sng" dirty="0" err="1"/>
              <a:t>vs</a:t>
            </a:r>
            <a:r>
              <a:rPr sz="3600" b="1" u="sng" dirty="0"/>
              <a:t> Distance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 smtClean="0"/>
              <a:t>Fare </a:t>
            </a:r>
            <a:r>
              <a:rPr sz="2000" dirty="0"/>
              <a:t>increases with ride distance</a:t>
            </a:r>
          </a:p>
          <a:p>
            <a:r>
              <a:rPr sz="2000" dirty="0" smtClean="0"/>
              <a:t>High </a:t>
            </a:r>
            <a:r>
              <a:rPr sz="2000" dirty="0"/>
              <a:t>fare rides have slightly higher cancellation chance</a:t>
            </a:r>
          </a:p>
          <a:p>
            <a:r>
              <a:rPr sz="2000" dirty="0" smtClean="0"/>
              <a:t>Proper </a:t>
            </a:r>
            <a:r>
              <a:rPr sz="2000" dirty="0"/>
              <a:t>pricing is important to avoid cancellations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80287" y="4437404"/>
            <a:ext cx="8229600" cy="18779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smtClean="0"/>
              <a:t>Higher driver ratings lead to better customer ratings</a:t>
            </a:r>
          </a:p>
          <a:p>
            <a:r>
              <a:rPr lang="en-US" sz="2000" dirty="0" smtClean="0"/>
              <a:t>Autos and Bikes receive better ratings for short trips</a:t>
            </a:r>
          </a:p>
          <a:p>
            <a:r>
              <a:rPr lang="en-US" sz="2000" dirty="0" smtClean="0"/>
              <a:t>Faster pickup improves customer experience</a:t>
            </a:r>
            <a:endParaRPr lang="en-US" sz="2000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769120" y="3153398"/>
            <a:ext cx="6858000" cy="9465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b="1" u="sng" dirty="0" smtClean="0"/>
              <a:t>Customer Satisfaction</a:t>
            </a:r>
            <a:endParaRPr lang="en-IN" sz="3600" b="1" u="sng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6309"/>
            <a:ext cx="8229600" cy="1143000"/>
          </a:xfrm>
        </p:spPr>
        <p:txBody>
          <a:bodyPr>
            <a:normAutofit/>
          </a:bodyPr>
          <a:lstStyle/>
          <a:p>
            <a:r>
              <a:rPr sz="3600" b="1" u="sng" dirty="0"/>
              <a:t>Key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3196" y="2765632"/>
            <a:ext cx="8229600" cy="2330865"/>
          </a:xfrm>
        </p:spPr>
        <p:txBody>
          <a:bodyPr>
            <a:normAutofit/>
          </a:bodyPr>
          <a:lstStyle/>
          <a:p>
            <a:r>
              <a:rPr sz="2000" dirty="0" smtClean="0"/>
              <a:t>Increase </a:t>
            </a:r>
            <a:r>
              <a:rPr sz="2000" dirty="0"/>
              <a:t>driver supply during peak hours</a:t>
            </a:r>
          </a:p>
          <a:p>
            <a:r>
              <a:rPr sz="2000" dirty="0" smtClean="0"/>
              <a:t>Focus </a:t>
            </a:r>
            <a:r>
              <a:rPr sz="2000" dirty="0"/>
              <a:t>on reducing driver delays</a:t>
            </a:r>
          </a:p>
          <a:p>
            <a:r>
              <a:rPr sz="2000" dirty="0" smtClean="0"/>
              <a:t>Reward </a:t>
            </a:r>
            <a:r>
              <a:rPr sz="2000" dirty="0"/>
              <a:t>high-rated drivers</a:t>
            </a:r>
          </a:p>
          <a:p>
            <a:r>
              <a:rPr sz="2000" dirty="0" smtClean="0"/>
              <a:t>Improve </a:t>
            </a:r>
            <a:r>
              <a:rPr sz="2000" dirty="0"/>
              <a:t>pricing strategy for long rides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1748"/>
            <a:ext cx="8229600" cy="1143000"/>
          </a:xfrm>
        </p:spPr>
        <p:txBody>
          <a:bodyPr>
            <a:normAutofit/>
          </a:bodyPr>
          <a:lstStyle/>
          <a:p>
            <a:r>
              <a:rPr sz="3600" b="1" u="sng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18048"/>
            <a:ext cx="8229600" cy="1886484"/>
          </a:xfrm>
        </p:spPr>
        <p:txBody>
          <a:bodyPr>
            <a:normAutofit/>
          </a:bodyPr>
          <a:lstStyle/>
          <a:p>
            <a:r>
              <a:rPr sz="2000" dirty="0"/>
              <a:t>This analysis helps Ola reduce cancellations, improve customer satisfaction,</a:t>
            </a:r>
          </a:p>
          <a:p>
            <a:r>
              <a:rPr sz="2000" dirty="0"/>
              <a:t>and increase revenue using data-driven decisions.</a:t>
            </a:r>
          </a:p>
          <a:p>
            <a:r>
              <a:rPr sz="2000" dirty="0"/>
              <a:t>Python EDA plays a key role in understanding business problems.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295</Words>
  <Application>Microsoft Office PowerPoint</Application>
  <PresentationFormat>On-screen Show (4:3)</PresentationFormat>
  <Paragraphs>48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OLA Ride Demand,Driver Demand &amp; Cancellations Analysis </vt:lpstr>
      <vt:lpstr>Project Overview</vt:lpstr>
      <vt:lpstr>Business Problems</vt:lpstr>
      <vt:lpstr>Dataset Summary</vt:lpstr>
      <vt:lpstr>Ride Demand Analysis</vt:lpstr>
      <vt:lpstr>Driver Performance Analysis</vt:lpstr>
      <vt:lpstr>Fare vs Distance Insights</vt:lpstr>
      <vt:lpstr>Key Business Insights</vt:lpstr>
      <vt:lpstr>Conclusion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OLA Ride Demand,Driver Demand &amp; Cancellations Analysis</dc:title>
  <dc:creator>sachin sen</dc:creator>
  <dc:description>generated using python-pptx</dc:description>
  <cp:lastModifiedBy>sachin sen</cp:lastModifiedBy>
  <cp:revision>3</cp:revision>
  <dcterms:created xsi:type="dcterms:W3CDTF">2013-01-27T09:14:16Z</dcterms:created>
  <dcterms:modified xsi:type="dcterms:W3CDTF">2025-12-13T13:26:04Z</dcterms:modified>
</cp:coreProperties>
</file>